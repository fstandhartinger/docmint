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B36BA42-8165-4355-B8E2-263F8CC3CD3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E2AD6F2-D359-41BD-B8B6-A8AB941C6C8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7E52947-2843-4456-956D-19804147C35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5CC3973-4C8E-482F-81D1-FB68C27C3C6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1644EAC-245E-4902-8A06-F7E28A93B8B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CB89878-2471-4580-A6D6-624749CCF63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CE80939-34B6-4F9E-BC11-86E8E136A3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A45AFA5-7C60-4283-8A62-834507B12A7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C676CFB-74FD-4493-9AEB-AA58A5579F0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7349C65-0F57-4B50-A3F5-25002241BC6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5028982-0D8A-4CC2-8BE5-FD38980BF57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3CC2DEF-6CD0-403D-AC1D-D303720CB04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0FA68487-0AF7-4CFB-BF53-66F338249FE3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 txBox="1"/>
          <p:nvPr/>
        </p:nvSpPr>
        <p:spPr>
          <a:xfrm>
            <a:off x="540000" y="1080000"/>
            <a:ext cx="7920000" cy="108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{title}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Loop Open"/>
          <p:cNvSpPr txBox="1"/>
          <p:nvPr/>
        </p:nvSpPr>
        <p:spPr>
          <a:xfrm>
            <a:off x="180000" y="180000"/>
            <a:ext cx="1800000" cy="346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{#cards}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Card Heading"/>
          <p:cNvSpPr txBox="1"/>
          <p:nvPr/>
        </p:nvSpPr>
        <p:spPr>
          <a:xfrm>
            <a:off x="540000" y="1080000"/>
            <a:ext cx="7920000" cy="90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{label}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Card Body"/>
          <p:cNvSpPr txBox="1"/>
          <p:nvPr/>
        </p:nvSpPr>
        <p:spPr>
          <a:xfrm>
            <a:off x="540000" y="2160000"/>
            <a:ext cx="7920000" cy="144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{body}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Card {$index1} of {$length} in {title}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Loop Close"/>
          <p:cNvSpPr txBox="1"/>
          <p:nvPr/>
        </p:nvSpPr>
        <p:spPr>
          <a:xfrm>
            <a:off x="180000" y="4320000"/>
            <a:ext cx="1800000" cy="346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{/cards}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