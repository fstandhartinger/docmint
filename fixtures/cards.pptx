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E3A5C27-25E6-4755-9C8B-D225701EC57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ard Notes"/>
          <p:cNvSpPr txBox="1"/>
          <p:nvPr/>
        </p:nvSpPr>
        <p:spPr>
          <a:xfrm>
            <a:off x="720000" y="3600000"/>
            <a:ext cx="50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Speaker notes for {label}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33A961B-6DE0-48F0-9F4E-E26C979AF65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EFA9192-C702-4024-9636-39EA54486C0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A994C15-8792-46BC-87FB-D347B0A6A0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E9FAB75-CAB8-44D0-B4F5-0A2E165328A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967F14B-2F94-458B-B124-577700BE60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B6A614F-60C2-4B70-AE05-0CE9E3BF14D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71ECD48-1309-49CF-BD24-EE3234683C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E22F130-9BE7-4F25-B5F2-3BBC6E150CF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54AA2A8-528D-460E-99F6-1AC14F2F53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9EC61B3-C8CC-4C62-B15C-A7A2F37D774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E1FB0AF-7D62-4AA0-B304-C54BEFCEF76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24DE00D-1527-4C23-B36D-EE5C05D0621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7A15171-517A-4342-8062-4215897E956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{title}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Loop Open"/>
          <p:cNvSpPr txBox="1"/>
          <p:nvPr/>
        </p:nvSpPr>
        <p:spPr>
          <a:xfrm>
            <a:off x="180000" y="180000"/>
            <a:ext cx="1800000" cy="346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{#cards}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Card Heading"/>
          <p:cNvSpPr txBox="1"/>
          <p:nvPr/>
        </p:nvSpPr>
        <p:spPr>
          <a:xfrm>
            <a:off x="540000" y="1080000"/>
            <a:ext cx="7920000" cy="90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{label}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Card Body"/>
          <p:cNvSpPr txBox="1"/>
          <p:nvPr/>
        </p:nvSpPr>
        <p:spPr>
          <a:xfrm>
            <a:off x="540000" y="2160000"/>
            <a:ext cx="792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{body}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Card {$index1} of {$length} in {title}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Loop Close"/>
          <p:cNvSpPr txBox="1"/>
          <p:nvPr/>
        </p:nvSpPr>
        <p:spPr>
          <a:xfrm>
            <a:off x="180000" y="4320000"/>
            <a:ext cx="1800000" cy="346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{/cards}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