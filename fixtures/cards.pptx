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C8FDF7-ECC0-4E8C-9E56-9B0B3D6B58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64583F-545D-4A93-B04C-629B1B8339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D60F24-1A9E-47B2-B8B6-F05C8B7578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157A6F-4EFF-438F-9C15-4C0F1BF5CC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AE34E-6693-4DB9-BA3D-B10574DBC1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C04C7-3FA3-415C-999E-3543BA666D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F4A1CB-5888-420E-BCDF-6728DD9B9B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5221E2-CE4B-46E9-9461-228AEBC738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93B08-7B8B-4035-B7B5-ADD0C8A382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D64559-E507-4230-8A8E-A7B4D64465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259B59-993D-458B-8EAD-39B3F2AE4E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BA8BE9-1DB5-432F-BDB7-D3B1B3C558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F22A1FA-1B84-4CC3-9436-8EB862ADDC0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/>
          <p:nvPr/>
        </p:nvSpPr>
        <p:spPr>
          <a:xfrm>
            <a:off x="540000" y="108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{title}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Loop Open"/>
          <p:cNvSpPr txBox="1"/>
          <p:nvPr/>
        </p:nvSpPr>
        <p:spPr>
          <a:xfrm>
            <a:off x="180000" y="180000"/>
            <a:ext cx="18000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{#cards}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Card Heading"/>
          <p:cNvSpPr txBox="1"/>
          <p:nvPr/>
        </p:nvSpPr>
        <p:spPr>
          <a:xfrm>
            <a:off x="540000" y="1080000"/>
            <a:ext cx="7920000" cy="9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{label}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Card Body"/>
          <p:cNvSpPr txBox="1"/>
          <p:nvPr/>
        </p:nvSpPr>
        <p:spPr>
          <a:xfrm>
            <a:off x="540000" y="2160000"/>
            <a:ext cx="79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{body}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Card {$index1} of {$length} in {title}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Loop Close"/>
          <p:cNvSpPr txBox="1"/>
          <p:nvPr/>
        </p:nvSpPr>
        <p:spPr>
          <a:xfrm>
            <a:off x="180000" y="4320000"/>
            <a:ext cx="18000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{/cards}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