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50BDE31-714B-4FD3-B34A-8DE1467CEC6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ard Notes"/>
          <p:cNvSpPr txBox="1"/>
          <p:nvPr/>
        </p:nvSpPr>
        <p:spPr>
          <a:xfrm>
            <a:off x="720000" y="3600000"/>
            <a:ext cx="50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Speaker notes for {label}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D77E237-625F-469C-BB2B-3B93FD92CE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6BFADD-6F0F-4508-9813-E954194B23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3E39574-FF24-4AC9-92E1-3CD88C5E54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075FCD-99DC-4333-926B-0B998D357D5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0B24B2F-0C2C-41D6-BAF8-D86A8C6665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A82363-B17C-439B-80C9-F610CC9A1D3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2B86AB6-9454-45D1-9220-2D4624E90F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2801FC6-AFCE-4F60-9704-D208B5005E6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506F61F-5A15-4741-837B-88EDCAF068D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809F03C-3DB6-4DCB-9758-127C7C597D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3F41C9-F0B5-4398-AF5C-3BA017CA519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334B292-B897-4934-B239-951250096B2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4CB45E7-35C8-4F89-B460-5B11D7AA939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{title}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Loop Open"/>
          <p:cNvSpPr txBox="1"/>
          <p:nvPr/>
        </p:nvSpPr>
        <p:spPr>
          <a:xfrm>
            <a:off x="180000" y="180000"/>
            <a:ext cx="1800000" cy="346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{#cards}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Card Heading"/>
          <p:cNvSpPr txBox="1"/>
          <p:nvPr/>
        </p:nvSpPr>
        <p:spPr>
          <a:xfrm>
            <a:off x="540000" y="1080000"/>
            <a:ext cx="7920000" cy="9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{label}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Card Body"/>
          <p:cNvSpPr txBox="1"/>
          <p:nvPr/>
        </p:nvSpPr>
        <p:spPr>
          <a:xfrm>
            <a:off x="540000" y="2160000"/>
            <a:ext cx="79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{body}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Card {$index1} of {$length} in {title}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Loop Close"/>
          <p:cNvSpPr txBox="1"/>
          <p:nvPr/>
        </p:nvSpPr>
        <p:spPr>
          <a:xfrm>
            <a:off x="180000" y="4320000"/>
            <a:ext cx="1800000" cy="3463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{/cards}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