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96A8FB-1C8F-4D9F-BF77-7BA20B8B56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88120A-EFFC-4F1F-B3EA-D0E917CA23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D30AF-390C-4C8D-9416-5EF8485CC8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A8571-843E-4FE0-AB55-4E754693F3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4DCCB7-5241-43F5-A881-B4201F1B6F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2D72F8-F6AF-43BA-AC45-8C5F84285D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C2FA5C-4B0E-4A7D-9468-C252E2262B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B348E0-B1E2-41D8-98EA-38252AFFC8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00FFF7-CD95-4B76-8AB1-6C8DB47670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C5CA6F-D04A-45DD-B156-89BB5EA4E4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4CF70F-B1FD-4C1A-84EE-CF25FC2B08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E15AF5-83D6-435F-863F-E1CE4F0D52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383FE7-5474-4AE6-9BA2-4534CA930DA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eep 1"/>
          <p:cNvSpPr txBox="1"/>
          <p:nvPr/>
        </p:nvSpPr>
        <p:spPr>
          <a:xfrm>
            <a:off x="360000" y="360000"/>
            <a:ext cx="468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{#regions}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{name}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{#offices}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{city}: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{#staff}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- {.} ({../city}, {../../name})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{/staff}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{/offices}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{/regions}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Inline 2"/>
          <p:cNvSpPr txBox="1"/>
          <p:nvPr/>
        </p:nvSpPr>
        <p:spPr>
          <a:xfrm>
            <a:off x="5040000" y="360000"/>
            <a:ext cx="43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[{#regions}{name}({#offices}{city}{^$last}; {/}{/offices}){^$last} | {/}{/regions}]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Inverted 3"/>
          <p:cNvSpPr txBox="1"/>
          <p:nvPr/>
        </p:nvSpPr>
        <p:spPr>
          <a:xfrm>
            <a:off x="5040000" y="2160000"/>
            <a:ext cx="43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{^regions}no regions at all{/regions}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{^ghosts}no ghosts here{/ghosts}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Multiline 4"/>
          <p:cNvSpPr txBox="1"/>
          <p:nvPr/>
        </p:nvSpPr>
        <p:spPr>
          <a:xfrm>
            <a:off x="360000" y="360000"/>
            <a:ext cx="43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Address: {address}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aw 5"/>
          <p:cNvSpPr txBox="1"/>
          <p:nvPr/>
        </p:nvSpPr>
        <p:spPr>
          <a:xfrm>
            <a:off x="360000" y="2160000"/>
            <a:ext cx="43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Before {@rawrun} after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Comment 6"/>
          <p:cNvSpPr txBox="1"/>
          <p:nvPr/>
        </p:nvSpPr>
        <p:spPr>
          <a:xfrm>
            <a:off x="5040000" y="360000"/>
            <a:ext cx="43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Kept{!this vanishes} text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InlineImage 7"/>
          <p:cNvSpPr txBox="1"/>
          <p:nvPr/>
        </p:nvSpPr>
        <p:spPr>
          <a:xfrm>
            <a:off x="5040000" y="2160000"/>
            <a:ext cx="43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Logo: {%pic} 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Grid 8"/>
          <p:cNvGraphicFramePr/>
          <p:nvPr/>
        </p:nvGraphicFramePr>
        <p:xfrm>
          <a:off x="360000" y="720000"/>
          <a:ext cx="8640000" cy="2880000"/>
        </p:xfrm>
        <a:graphic>
          <a:graphicData uri="http://schemas.openxmlformats.org/drawingml/2006/table">
            <a:tbl>
              <a:tblPr/>
              <a:tblGrid>
                <a:gridCol w="2880000"/>
                <a:gridCol w="2880000"/>
                <a:gridCol w="2880000"/>
              </a:tblGrid>
              <a:tr h="10512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Region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Offices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Count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8288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{#regions}{name}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{#offices}{city}{^$last}, {/}{/offices}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{offices|count}{/regions}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