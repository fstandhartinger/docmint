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137553-9B86-4AD0-8CF0-0CD3B315420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D25D8A6-E3A5-4328-9A74-72482D8A981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3C09189-8373-4CD2-8D38-848AEB363A6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A2CA333-2BB4-45D5-84D8-220ADB23DB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A7ECBA1-769D-492D-9D27-12D072554AB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904BCE1-4D8E-4069-8A2D-5CEBB2DF981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822F1BD-E85D-4957-BD67-A421F9A9625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C79A04A-31C4-4ED6-A35A-CB8AF6A6F4C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B625A33-72D6-4DFE-9DB6-7F30DA85F7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4DD16C74-980B-4E45-8BC9-87F5027B96A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4345131-05F0-4575-A65C-73B8C096F0B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01739CF-FA06-49F4-B9FA-7A6FC3228F4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9A28B0B-7A8A-4037-9C7A-C69242312CD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Deep 1"/>
          <p:cNvSpPr txBox="1"/>
          <p:nvPr/>
        </p:nvSpPr>
        <p:spPr>
          <a:xfrm>
            <a:off x="360000" y="360000"/>
            <a:ext cx="4680000" cy="43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{#regions}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{name}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{#offices}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{city}: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{#staff}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- {.} ({../city}, {../../name})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{/staff}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{/offices}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{/regions}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Inline 2"/>
          <p:cNvSpPr txBox="1"/>
          <p:nvPr/>
        </p:nvSpPr>
        <p:spPr>
          <a:xfrm>
            <a:off x="5040000" y="360000"/>
            <a:ext cx="43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[{#regions}{name}({#offices}{city}{^$last}; {/}{/offices}){^$last} | {/}{/regions}]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Inverted 3"/>
          <p:cNvSpPr txBox="1"/>
          <p:nvPr/>
        </p:nvSpPr>
        <p:spPr>
          <a:xfrm>
            <a:off x="5040000" y="2160000"/>
            <a:ext cx="43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{^regions}no regions at all{/regions}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{^ghosts}no ghosts here{/ghosts}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Multiline 4"/>
          <p:cNvSpPr txBox="1"/>
          <p:nvPr/>
        </p:nvSpPr>
        <p:spPr>
          <a:xfrm>
            <a:off x="360000" y="360000"/>
            <a:ext cx="43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Address: {address}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Raw 5"/>
          <p:cNvSpPr txBox="1"/>
          <p:nvPr/>
        </p:nvSpPr>
        <p:spPr>
          <a:xfrm>
            <a:off x="360000" y="2160000"/>
            <a:ext cx="432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Before {@rawrun} after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Comment 6"/>
          <p:cNvSpPr txBox="1"/>
          <p:nvPr/>
        </p:nvSpPr>
        <p:spPr>
          <a:xfrm>
            <a:off x="5040000" y="360000"/>
            <a:ext cx="4320000" cy="72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Kept{!this vanishes} text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InlineImage 7"/>
          <p:cNvSpPr txBox="1"/>
          <p:nvPr/>
        </p:nvSpPr>
        <p:spPr>
          <a:xfrm>
            <a:off x="5040000" y="2160000"/>
            <a:ext cx="4320000" cy="1440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90000" rIns="90000" tIns="45000" bIns="45000" anchor="t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Logo: {%pic} 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8" name="Grid 8"/>
          <p:cNvGraphicFramePr/>
          <p:nvPr/>
        </p:nvGraphicFramePr>
        <p:xfrm>
          <a:off x="360000" y="720000"/>
          <a:ext cx="8640000" cy="2880000"/>
        </p:xfrm>
        <a:graphic>
          <a:graphicData uri="http://schemas.openxmlformats.org/drawingml/2006/table">
            <a:tbl>
              <a:tblPr/>
              <a:tblGrid>
                <a:gridCol w="2880000"/>
                <a:gridCol w="2880000"/>
                <a:gridCol w="2880000"/>
              </a:tblGrid>
              <a:tr h="105120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Region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Offices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Count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1828800"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{#regions}{name}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{#offices}{city}{^$last}, {/}{/offices}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lIns="90000" rIns="90000" tIns="45000" bIns="45000" anchor="t">
                      <a:noAutofit/>
                    </a:bodyPr>
                    <a:p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{offices|count}{/regions}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