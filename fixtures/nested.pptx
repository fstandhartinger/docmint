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E0FD309-3A34-400C-8AA3-1D6B19D73EF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76DE987-1A74-4465-8FEF-392DFDD9ACE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F22B709-6454-4169-B73E-F5CB5278880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D636897-5FFD-4A95-9B32-7E8CEE7F94A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984B547-8DDB-4FFA-90C9-39C4A5E9E2A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F1E4643-E0A6-472C-AE4D-0CCC872300F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C9D5A5F-29C8-4692-914E-121D9002596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66B8BF0-3A1B-49C9-AB97-71FD373C716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64BE485-28C7-47CC-A4CA-CC817A1C272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D3E80DE-FA04-4D45-999C-127B1C782D7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FB39BA7-5E32-49DB-95B8-8A99FCD7DD5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C99BB38-D8D9-4330-A87C-CE5BE3E04EE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41F3879B-44DC-4CD8-9898-AC0A1679B9B1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Deep 1"/>
          <p:cNvSpPr txBox="1"/>
          <p:nvPr/>
        </p:nvSpPr>
        <p:spPr>
          <a:xfrm>
            <a:off x="360000" y="360000"/>
            <a:ext cx="4680000" cy="43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{#regions}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{name}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{#offices}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{city}: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{#staff}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- {.} ({../city}, {../../name})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{/staff}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{/offices}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{/regions}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Inline 2"/>
          <p:cNvSpPr txBox="1"/>
          <p:nvPr/>
        </p:nvSpPr>
        <p:spPr>
          <a:xfrm>
            <a:off x="5040000" y="360000"/>
            <a:ext cx="4320000" cy="144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[{#regions}{name}({#offices}{city}{^$last}; {/}{/offices}){^$last} | {/}{/regions}]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Inverted 3"/>
          <p:cNvSpPr txBox="1"/>
          <p:nvPr/>
        </p:nvSpPr>
        <p:spPr>
          <a:xfrm>
            <a:off x="5040000" y="2160000"/>
            <a:ext cx="4320000" cy="144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{^regions}no regions at all{/regions}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{^ghosts}no ghosts here{/ghosts}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Multiline 4"/>
          <p:cNvSpPr txBox="1"/>
          <p:nvPr/>
        </p:nvSpPr>
        <p:spPr>
          <a:xfrm>
            <a:off x="360000" y="360000"/>
            <a:ext cx="4320000" cy="144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Address: {address}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Raw 5"/>
          <p:cNvSpPr txBox="1"/>
          <p:nvPr/>
        </p:nvSpPr>
        <p:spPr>
          <a:xfrm>
            <a:off x="360000" y="2160000"/>
            <a:ext cx="4320000" cy="7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Before {@rawrun} after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Comment 6"/>
          <p:cNvSpPr txBox="1"/>
          <p:nvPr/>
        </p:nvSpPr>
        <p:spPr>
          <a:xfrm>
            <a:off x="5040000" y="360000"/>
            <a:ext cx="4320000" cy="7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Kept{!this vanishes} text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InlineImage 7"/>
          <p:cNvSpPr txBox="1"/>
          <p:nvPr/>
        </p:nvSpPr>
        <p:spPr>
          <a:xfrm>
            <a:off x="5040000" y="2160000"/>
            <a:ext cx="4320000" cy="144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Logo: {%pic} here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8" name="Grid 8"/>
          <p:cNvGraphicFramePr/>
          <p:nvPr/>
        </p:nvGraphicFramePr>
        <p:xfrm>
          <a:off x="360000" y="720000"/>
          <a:ext cx="8640000" cy="2880000"/>
        </p:xfrm>
        <a:graphic>
          <a:graphicData uri="http://schemas.openxmlformats.org/drawingml/2006/table">
            <a:tbl>
              <a:tblPr/>
              <a:tblGrid>
                <a:gridCol w="2880000"/>
                <a:gridCol w="2880000"/>
                <a:gridCol w="2880000"/>
              </a:tblGrid>
              <a:tr h="1051200">
                <a:tc>
                  <a:txBody>
                    <a:bodyPr lIns="90000" rIns="90000" tIns="45000" bIns="45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Region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90000" rIns="90000" tIns="45000" bIns="45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Offices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90000" rIns="90000" tIns="45000" bIns="45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Count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1828800">
                <a:tc>
                  <a:txBody>
                    <a:bodyPr lIns="90000" rIns="90000" tIns="45000" bIns="45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{#regions}{name}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90000" rIns="90000" tIns="45000" bIns="45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{#offices}{city}{^$last}, {/}{/offices}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90000" rIns="90000" tIns="45000" bIns="45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{offices|count}{/regions}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