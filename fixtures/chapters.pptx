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2DDCA20-5038-474E-9CF9-53DA11EBAE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BA3369-D3DA-472A-B00D-3567639DDB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715B58-4698-4CEC-BC28-6C742FD020E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D49AAD-A4AA-41F3-B0AF-261131DAC68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CC0F65-203C-46E2-B823-3657122155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31BA6F-B244-4A7B-ADF7-51994851B1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6388708-1436-4517-83A7-25AA0F2F74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AEAF0A-9F4D-4E3F-AE6A-A8BB054A08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000D8D-0507-40A4-96AF-6F552F2731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72014A4-0C37-4D4D-A9F7-2D6AD520BF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037690-A064-47EA-A67B-21E29F2E3F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DF4765-A501-4037-8927-2F6E2C92EA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A8F8F85-7044-4A2B-89CA-6DCC94DE3AD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ker Open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hapter Heading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Chapter {$index1} of {$length}: {name}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Deck Ref"/>
          <p:cNvSpPr txBox="1"/>
          <p:nvPr/>
        </p:nvSpPr>
        <p:spPr>
          <a:xfrm>
            <a:off x="540000" y="2520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Detail Body"/>
          <p:cNvSpPr txBox="1"/>
          <p:nvPr/>
        </p:nvSpPr>
        <p:spPr>
          <a:xfrm>
            <a:off x="540000" y="720000"/>
            <a:ext cx="7920000" cy="28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{name} details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- {.}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Marker Close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nd 9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End of 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