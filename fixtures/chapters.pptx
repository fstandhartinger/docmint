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618697D-302C-46B7-87D1-6C4085DE88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4FE382E-E977-472B-AB32-5D0EAE2AA0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A388833-CB74-4A38-ADD6-BAE50AD285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0FC3B84-C3C1-4657-AAF2-5E26D4FAB6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17F96EF-B3F1-4C5A-96EE-1FEB0E24AE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BCBC159-449C-419E-9044-C2ED9DEC12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C5A888A-DC3E-4F21-82EB-9FF3253E3A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42D115-3B86-4B82-9D44-D7DE6D0755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DEF883-5996-4869-9DC7-3700A52691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C84FC4C-D73D-4B8F-9485-AD1D8C9AC5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746A5C-F284-4FC5-A361-91230C65EE1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10761C0-37E0-45FF-BFF0-332D29D983E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5556EDF-81F6-481D-9920-C3B36C2F0AB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ker Open"/>
          <p:cNvSpPr txBox="1"/>
          <p:nvPr/>
        </p:nvSpPr>
        <p:spPr>
          <a:xfrm>
            <a:off x="360000" y="360000"/>
            <a:ext cx="2160000" cy="3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{#chapters}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hapter Heading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Chapter {$index1} of {$length}: {name}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Deck Ref"/>
          <p:cNvSpPr txBox="1"/>
          <p:nvPr/>
        </p:nvSpPr>
        <p:spPr>
          <a:xfrm>
            <a:off x="540000" y="2520000"/>
            <a:ext cx="7920000" cy="5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Detail Body"/>
          <p:cNvSpPr txBox="1"/>
          <p:nvPr/>
        </p:nvSpPr>
        <p:spPr>
          <a:xfrm>
            <a:off x="540000" y="720000"/>
            <a:ext cx="7920000" cy="28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{name} details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{#points}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- {.}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{/points}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Marker Close"/>
          <p:cNvSpPr txBox="1"/>
          <p:nvPr/>
        </p:nvSpPr>
        <p:spPr>
          <a:xfrm>
            <a:off x="360000" y="360000"/>
            <a:ext cx="2160000" cy="3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{/chapters}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nd 9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End of 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