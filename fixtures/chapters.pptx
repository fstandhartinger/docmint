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814214-C9D8-4B5A-BEBA-6847EF3C94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B07135-6614-4F49-B475-52E8781C2C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666FE31-2765-4139-93F4-A867E190433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744CFCC-A8AA-42EE-8C7A-9E3B838BA3A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C877F98-E8F0-4BFA-8BFF-28DF41570D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2322E55-00A5-48C3-B149-69A4042483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690934-44A7-4669-95E5-D6A33ADCC9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A1DA204-26B4-41C5-90D0-082BF59E61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8BE94CF-57A1-4804-8B6D-3069EA05C9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D502EB-17D8-448D-9A9B-124B13F4357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47E3C24-065D-4D10-B315-8FA9DBC0A5D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DB1DA7-E774-4366-87D2-C23D65D6FBA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5C00500-1543-4F68-9344-9A3F9B9F33E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ker Open"/>
          <p:cNvSpPr txBox="1"/>
          <p:nvPr/>
        </p:nvSpPr>
        <p:spPr>
          <a:xfrm>
            <a:off x="360000" y="360000"/>
            <a:ext cx="2160000" cy="3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{#chapters}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Chapter Heading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Chapter {$index1} of {$length}: {name}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Deck Ref"/>
          <p:cNvSpPr txBox="1"/>
          <p:nvPr/>
        </p:nvSpPr>
        <p:spPr>
          <a:xfrm>
            <a:off x="540000" y="2520000"/>
            <a:ext cx="7920000" cy="5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Detail Body"/>
          <p:cNvSpPr txBox="1"/>
          <p:nvPr/>
        </p:nvSpPr>
        <p:spPr>
          <a:xfrm>
            <a:off x="540000" y="720000"/>
            <a:ext cx="7920000" cy="28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{name} details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{#points}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- {.}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{/points}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Marker Close"/>
          <p:cNvSpPr txBox="1"/>
          <p:nvPr/>
        </p:nvSpPr>
        <p:spPr>
          <a:xfrm>
            <a:off x="360000" y="360000"/>
            <a:ext cx="2160000" cy="3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{/chapters}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nd 9"/>
          <p:cNvSpPr txBox="1"/>
          <p:nvPr/>
        </p:nvSpPr>
        <p:spPr>
          <a:xfrm>
            <a:off x="540000" y="108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End of {deck}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