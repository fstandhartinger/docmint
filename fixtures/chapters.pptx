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20253-7BE9-442B-A436-54F9EC1A68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E8D436-E4F1-49B2-99A4-87DD16A197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43551-6A33-43C5-820A-2C3C541187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DBCBCA-92EB-49BE-BD34-37625F3FF7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75B54-5CB7-4319-8327-1A3572244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021F0-3D0E-493F-A7C9-B5EAA6E3EE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F9B9CA-3ECD-4DEC-8ED8-6502ED7935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ABEC1-745A-4E34-A8A4-F6FC500463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56D87-377A-42F2-A5BB-476768F674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8A1B5F-A184-4AB3-BAB2-B859C5449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31A1D0-844A-4A64-A35E-B695A9B969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20CDC-FDF8-40F1-896D-577B348353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69CCA42-38E3-47B6-88A8-8C48AB45C7F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{deck}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Marker Open"/>
          <p:cNvSpPr txBox="1"/>
          <p:nvPr/>
        </p:nvSpPr>
        <p:spPr>
          <a:xfrm>
            <a:off x="360000" y="360000"/>
            <a:ext cx="216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{#chapters}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hapter Heading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Chapter {$index1} of {$length}: {name}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Deck Ref"/>
          <p:cNvSpPr txBox="1"/>
          <p:nvPr/>
        </p:nvSpPr>
        <p:spPr>
          <a:xfrm>
            <a:off x="540000" y="2520000"/>
            <a:ext cx="79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{deck}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etail Body"/>
          <p:cNvSpPr txBox="1"/>
          <p:nvPr/>
        </p:nvSpPr>
        <p:spPr>
          <a:xfrm>
            <a:off x="540000" y="720000"/>
            <a:ext cx="792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{name}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{#points}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{.}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{/points}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Marker Close"/>
          <p:cNvSpPr txBox="1"/>
          <p:nvPr/>
        </p:nvSpPr>
        <p:spPr>
          <a:xfrm>
            <a:off x="360000" y="360000"/>
            <a:ext cx="216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{/chapters}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nd 9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End of {deck}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