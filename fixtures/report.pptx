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14B5496-DCE6-4D96-9D67-1F936C83431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Notes 1"/>
          <p:cNvSpPr txBox="1"/>
          <p:nvPr/>
        </p:nvSpPr>
        <p:spPr>
          <a:xfrm>
            <a:off x="720000" y="3600000"/>
            <a:ext cx="50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Talk track for {title}: {notes}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4A03CE3-D8AC-48EB-927E-C997E184489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8197ED-5543-4FF8-AC20-F40DE0DF5CB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085020-19BC-4D10-99D2-4D6D095856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F8902E-6D7E-4487-B3C8-7046E97A81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57223FC-8BBD-4AE7-A523-CD356CED13F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81A1F7C-D5D7-4E8D-A453-E83E0D5017A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9286C0D-50AB-4BFE-8963-66F801E093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40592E6-9533-47B3-BB66-7ED37DFC5E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15A203C-9C3D-41DD-9AB8-F24B19038C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7F30771-B32C-46B9-AD1C-0415F61FD0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7E4C8D-8A30-4F18-82F2-5259799DCC4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FBBC11-6B16-4135-A864-13301AE1F3D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C87F626-FD3A-41D2-9BE9-1C2C85390C8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 txBox="1"/>
          <p:nvPr/>
        </p:nvSpPr>
        <p:spPr>
          <a:xfrm>
            <a:off x="540000" y="720000"/>
            <a:ext cx="7920000" cy="9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{ti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tle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ubtitle 2"/>
          <p:cNvSpPr txBox="1"/>
          <p:nvPr/>
        </p:nvSpPr>
        <p:spPr>
          <a:xfrm>
            <a:off x="540000" y="1800000"/>
            <a:ext cx="79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{sub</a:t>
            </a:r>
            <a:r>
              <a:rPr b="0" i="1" lang="en-US" sz="1800" spc="-1" strike="noStrike">
                <a:solidFill>
                  <a:srgbClr val="000000"/>
                </a:solidFill>
                <a:latin typeface="Arial"/>
              </a:rPr>
              <a:t>title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} for {client.name}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Logo 3"/>
          <p:cNvSpPr txBox="1"/>
          <p:nvPr/>
        </p:nvSpPr>
        <p:spPr>
          <a:xfrm>
            <a:off x="7200000" y="2880000"/>
            <a:ext cx="144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{%logo}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Heading 4"/>
          <p:cNvSpPr txBox="1"/>
          <p:nvPr/>
        </p:nvSpPr>
        <p:spPr>
          <a:xfrm>
            <a:off x="540000" y="288000"/>
            <a:ext cx="7920000" cy="5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Line items for {client.name}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1" name="Items 5"/>
          <p:cNvGraphicFramePr/>
          <p:nvPr/>
        </p:nvGraphicFramePr>
        <p:xfrm>
          <a:off x="540000" y="900000"/>
          <a:ext cx="7920000" cy="2160000"/>
        </p:xfrm>
        <a:graphic>
          <a:graphicData uri="http://schemas.openxmlformats.org/drawingml/2006/table">
            <a:tbl>
              <a:tblPr/>
              <a:tblGrid>
                <a:gridCol w="2639880"/>
                <a:gridCol w="2639880"/>
                <a:gridCol w="2640240"/>
              </a:tblGrid>
              <a:tr h="48204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Item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Qty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Amount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388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{#rows}{sk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u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{qty}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{amount|currency:EUR}{/rows}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3916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{rows|count}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{rows|sum:amount|currency:EUR}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6"/>
          <p:cNvSpPr txBox="1"/>
          <p:nvPr/>
        </p:nvSpPr>
        <p:spPr>
          <a:xfrm>
            <a:off x="540000" y="540000"/>
            <a:ext cx="7920000" cy="36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Findings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{$index1}. {label} - {detail}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{^findings}Nothing to report.{/findings}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Owners: {#findings}{owner}{^$last}, {/}{/findings}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