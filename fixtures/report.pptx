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4918AD59-F80F-4C89-9168-28776314D2F9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Notes 1"/>
          <p:cNvSpPr txBox="1"/>
          <p:nvPr/>
        </p:nvSpPr>
        <p:spPr>
          <a:xfrm>
            <a:off x="720000" y="3600000"/>
            <a:ext cx="5040000" cy="216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Talk track for {title}: {notes}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3331070-8A34-460F-8765-1439C3A0953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4872721-DEFF-4806-8554-EDBD0CD4E05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7E583F3-48BF-45A5-AC13-B391CE1E716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D03753E-3FE8-4D5F-A9F5-24846B14F95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8178391-3E57-4FCA-BC9E-BB6A2D85D1F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18D34F2-F0D5-40E9-8B56-941275E6238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7EDE165-E6C3-4812-B8C3-39BCD3EDF9F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D884651-6AC7-4CC0-B268-9ACEBB60378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4B10F1A-08F6-42BB-A1B5-400B8C9B1EE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DA827B0-BC02-4FDC-A5DE-5A45B02CA86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2327086-9234-4572-8615-EF061215874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272BDA2-B151-4B4A-93EE-C40285409DE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4CF5DCBA-BC23-406B-B20B-07940065B934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1"/>
          <p:cNvSpPr txBox="1"/>
          <p:nvPr/>
        </p:nvSpPr>
        <p:spPr>
          <a:xfrm>
            <a:off x="540000" y="720000"/>
            <a:ext cx="7920000" cy="90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{ti</a:t>
            </a:r>
            <a:r>
              <a:rPr b="1" lang="en-US" sz="1800" spc="-1" strike="noStrike">
                <a:solidFill>
                  <a:srgbClr val="000000"/>
                </a:solidFill>
                <a:latin typeface="Arial"/>
              </a:rPr>
              <a:t>tle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Subtitle 2"/>
          <p:cNvSpPr txBox="1"/>
          <p:nvPr/>
        </p:nvSpPr>
        <p:spPr>
          <a:xfrm>
            <a:off x="540000" y="1800000"/>
            <a:ext cx="792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{sub</a:t>
            </a:r>
            <a:r>
              <a:rPr b="0" i="1" lang="en-US" sz="1800" spc="-1" strike="noStrike">
                <a:solidFill>
                  <a:srgbClr val="000000"/>
                </a:solidFill>
                <a:latin typeface="Arial"/>
              </a:rPr>
              <a:t>title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} for {client.name}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Logo 3"/>
          <p:cNvSpPr txBox="1"/>
          <p:nvPr/>
        </p:nvSpPr>
        <p:spPr>
          <a:xfrm>
            <a:off x="7200000" y="2880000"/>
            <a:ext cx="1440000" cy="144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{%logo}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Heading 4"/>
          <p:cNvSpPr txBox="1"/>
          <p:nvPr/>
        </p:nvSpPr>
        <p:spPr>
          <a:xfrm>
            <a:off x="540000" y="288000"/>
            <a:ext cx="7920000" cy="54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Line items for {client.name}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51" name="Items 5"/>
          <p:cNvGraphicFramePr/>
          <p:nvPr/>
        </p:nvGraphicFramePr>
        <p:xfrm>
          <a:off x="540000" y="900000"/>
          <a:ext cx="7920000" cy="2160000"/>
        </p:xfrm>
        <a:graphic>
          <a:graphicData uri="http://schemas.openxmlformats.org/drawingml/2006/table">
            <a:tbl>
              <a:tblPr/>
              <a:tblGrid>
                <a:gridCol w="2639880"/>
                <a:gridCol w="2639880"/>
                <a:gridCol w="2640240"/>
              </a:tblGrid>
              <a:tr h="482040"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Item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Qty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Amount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838800"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{#rows}{sk</a:t>
                      </a:r>
                      <a:r>
                        <a:rPr b="1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u</a:t>
                      </a: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}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{qty}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{amount|currency:EUR}{/rows}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839160"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Total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{rows|count}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{rows|sum:amount|currency:EUR}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6"/>
          <p:cNvSpPr txBox="1"/>
          <p:nvPr/>
        </p:nvSpPr>
        <p:spPr>
          <a:xfrm>
            <a:off x="540000" y="540000"/>
            <a:ext cx="7920000" cy="360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Findings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{#findings}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{$index1}. {label} - {detail}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{/findings}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{^findings}Nothing to report.{/findings}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Owners: {#findings}{owner}{^$last}, {/}{/findings}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