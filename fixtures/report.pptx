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0AEA7CB-3C39-4D6E-A8FB-799C4096EE8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Notes 1"/>
          <p:cNvSpPr txBox="1"/>
          <p:nvPr/>
        </p:nvSpPr>
        <p:spPr>
          <a:xfrm>
            <a:off x="720000" y="3600000"/>
            <a:ext cx="50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Talk track for {title}: {notes}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E0696-2E13-4761-A3E7-3624D3DFEB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56E552-6DC9-4A74-BB91-0F10332EB0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59D801-7461-46D9-8B35-8AE6D4E7F9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F516EC-EA81-45E6-8ED3-E5E49D12B4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3052C3-E5FA-4486-9576-8B09006268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1D4D28-6234-461E-ADFF-22CE21E324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FA5008-FDB8-4AA4-B3EF-F66799F8A3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B69E87-EFDA-46EE-8FD2-828328BE63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E13F0C-DBD9-4C32-A91E-7190BE4010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959EC9-8009-4D09-BD16-D3C0CE10FE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3C7706-67C4-4B1E-9E39-F7F8A2839AA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C7C2B7-EC3D-45EC-8894-40550E166A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568F37D-765F-4394-8097-096585EA9E2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 txBox="1"/>
          <p:nvPr/>
        </p:nvSpPr>
        <p:spPr>
          <a:xfrm>
            <a:off x="540000" y="720000"/>
            <a:ext cx="7920000" cy="9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{ti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tle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ubtitle 2"/>
          <p:cNvSpPr txBox="1"/>
          <p:nvPr/>
        </p:nvSpPr>
        <p:spPr>
          <a:xfrm>
            <a:off x="540000" y="180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{sub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</a:rPr>
              <a:t>title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} for {client.name}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Logo 3"/>
          <p:cNvSpPr txBox="1"/>
          <p:nvPr/>
        </p:nvSpPr>
        <p:spPr>
          <a:xfrm>
            <a:off x="7200000" y="2880000"/>
            <a:ext cx="144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{%logo}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Heading 4"/>
          <p:cNvSpPr txBox="1"/>
          <p:nvPr/>
        </p:nvSpPr>
        <p:spPr>
          <a:xfrm>
            <a:off x="540000" y="288000"/>
            <a:ext cx="79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Line items for {client.name}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" name="Items 5"/>
          <p:cNvGraphicFramePr/>
          <p:nvPr/>
        </p:nvGraphicFramePr>
        <p:xfrm>
          <a:off x="540000" y="900000"/>
          <a:ext cx="7920000" cy="2160000"/>
        </p:xfrm>
        <a:graphic>
          <a:graphicData uri="http://schemas.openxmlformats.org/drawingml/2006/table">
            <a:tbl>
              <a:tblPr/>
              <a:tblGrid>
                <a:gridCol w="2639880"/>
                <a:gridCol w="2639880"/>
                <a:gridCol w="2640240"/>
              </a:tblGrid>
              <a:tr h="4820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Item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Qty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Amount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8388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{#rows}{sk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}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{qty}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{amount|currency:EUR}{/rows}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83916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Total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{rows|count}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{rows|sum:amount|currency:EUR}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6"/>
          <p:cNvSpPr txBox="1"/>
          <p:nvPr/>
        </p:nvSpPr>
        <p:spPr>
          <a:xfrm>
            <a:off x="540000" y="540000"/>
            <a:ext cx="792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Findings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{#findings}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{$index1}. {label} - {detail}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{/findings}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{^findings}Nothing to report.{/findings}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Owners: {#findings}{owner}{^$last}, {/}{/findings}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