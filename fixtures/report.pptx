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8531792-F3B3-4156-9F76-27F6FE21AF4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Notes 1"/>
          <p:cNvSpPr txBox="1"/>
          <p:nvPr/>
        </p:nvSpPr>
        <p:spPr>
          <a:xfrm>
            <a:off x="720000" y="3600000"/>
            <a:ext cx="50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Talk track for {title}: {notes}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F42D474-E8CB-4BC0-8087-9A32B2B840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EC80E86-3F20-43E7-8C08-5C2AD153F2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1C7A5C9-CDD4-478B-9298-8E2A8DB665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3B86C94-989D-43BC-A3C2-DBCD88A3AB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C94EFF4-27EC-4C5C-A24E-72144F0B8A5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28AB7D-62C6-42EC-92FA-830A6890470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6364956-48E2-48E4-BDF4-0EA01E9626D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2F90C8C-D5E2-43D0-B084-0EEB7FC801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7CAA5E-D825-4CB3-B26B-E88B59E6E9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449DF14-4B80-4B40-BFAE-04C7CD9918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3F7DBB6-1823-4197-B3BA-77A520C32EB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90FD2C5-1644-4F51-B5C7-B092DA360A8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F873B3A-3088-4A9E-B2E7-DCF1F1136B5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 txBox="1"/>
          <p:nvPr/>
        </p:nvSpPr>
        <p:spPr>
          <a:xfrm>
            <a:off x="540000" y="720000"/>
            <a:ext cx="7920000" cy="9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{ti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tle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ubtitle 2"/>
          <p:cNvSpPr txBox="1"/>
          <p:nvPr/>
        </p:nvSpPr>
        <p:spPr>
          <a:xfrm>
            <a:off x="540000" y="1800000"/>
            <a:ext cx="792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{sub</a:t>
            </a:r>
            <a:r>
              <a:rPr b="0" i="1" lang="en-US" sz="1800" spc="-1" strike="noStrike">
                <a:solidFill>
                  <a:srgbClr val="000000"/>
                </a:solidFill>
                <a:latin typeface="Arial"/>
              </a:rPr>
              <a:t>title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} for {client.name}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Logo 3"/>
          <p:cNvSpPr txBox="1"/>
          <p:nvPr/>
        </p:nvSpPr>
        <p:spPr>
          <a:xfrm>
            <a:off x="7200000" y="2880000"/>
            <a:ext cx="144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{%logo}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Heading 4"/>
          <p:cNvSpPr txBox="1"/>
          <p:nvPr/>
        </p:nvSpPr>
        <p:spPr>
          <a:xfrm>
            <a:off x="540000" y="288000"/>
            <a:ext cx="7920000" cy="5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Line items for {client.name}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1" name="Items 5"/>
          <p:cNvGraphicFramePr/>
          <p:nvPr/>
        </p:nvGraphicFramePr>
        <p:xfrm>
          <a:off x="540000" y="900000"/>
          <a:ext cx="7920000" cy="2160000"/>
        </p:xfrm>
        <a:graphic>
          <a:graphicData uri="http://schemas.openxmlformats.org/drawingml/2006/table">
            <a:tbl>
              <a:tblPr/>
              <a:tblGrid>
                <a:gridCol w="2639880"/>
                <a:gridCol w="2639880"/>
                <a:gridCol w="2640240"/>
              </a:tblGrid>
              <a:tr h="48204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Item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Qty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Amount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83880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{#rows}{sk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u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{qty}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{amount|currency:EUR}{/rows}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83916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{rows|count}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{rows|sum:amount|currency:EUR}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6"/>
          <p:cNvSpPr txBox="1"/>
          <p:nvPr/>
        </p:nvSpPr>
        <p:spPr>
          <a:xfrm>
            <a:off x="540000" y="540000"/>
            <a:ext cx="7920000" cy="36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Findings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{$index1}. {label} - {detail}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{^findings}Nothing to report.{/findings}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Owners: {#findings}{owner}{^$last}, {/}{/findings}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